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853E"/>
    <a:srgbClr val="262A3F"/>
    <a:srgbClr val="A2D8F0"/>
    <a:srgbClr val="808592"/>
    <a:srgbClr val="555763"/>
    <a:srgbClr val="6A6F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9" d="100"/>
          <a:sy n="89" d="100"/>
        </p:scale>
        <p:origin x="8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DB9FC-EDA6-00FF-EDFA-6C04EFF126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59A88-DE76-6B1B-CA9A-B5BCDAFD0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D668F-5517-9F1E-E1A0-2216F5E62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E1A8-DEC8-4306-9A73-44ED96BB9CD3}" type="datetimeFigureOut">
              <a:rPr lang="en-IN" smtClean="0"/>
              <a:t>27-06-2024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1FCEB-3442-2AB3-35FF-DE9C89905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C9A5D-5834-BCBB-95DE-95F5FE1CD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1DDCC-361B-4C61-923D-9DDF35B01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374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563AA-4CCC-5AA3-91A0-638BB8C80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B7085-9336-15CA-647F-6ABE7EC9D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E741D-1F51-DAD8-392C-062AB335C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E1A8-DEC8-4306-9A73-44ED96BB9CD3}" type="datetimeFigureOut">
              <a:rPr lang="en-IN" smtClean="0"/>
              <a:t>27-06-2024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4AA32-8E1C-E45D-FC2A-1BD75AC12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5F444-B7EE-568A-C489-BDBFFE69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1DDCC-361B-4C61-923D-9DDF35B01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989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99031-5267-7A1F-3542-A98F6CCE8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CE1B6-05D9-2AA4-36AF-377D080B0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8ACA2-4DC8-0CC2-ADE3-11275101F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E1A8-DEC8-4306-9A73-44ED96BB9CD3}" type="datetimeFigureOut">
              <a:rPr lang="en-IN" smtClean="0"/>
              <a:t>27-06-2024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E3B95-FC97-E524-B482-CC4BD674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943BF-DB08-E709-6CBC-D7DC8004F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1DDCC-361B-4C61-923D-9DDF35B01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451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ED31A-21BC-AF8A-39C0-FE2ADABF7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EE877-C610-A6ED-5381-D922224EA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D0C7D-301C-6359-EDF4-EA78AAC64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79181-4BE0-4282-BF20-22A647E30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E1A8-DEC8-4306-9A73-44ED96BB9CD3}" type="datetimeFigureOut">
              <a:rPr lang="en-IN" smtClean="0"/>
              <a:t>27-06-2024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99432-1BB7-A653-8C2A-7E0707532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53970-9D25-3079-A05B-85C5EF717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1DDCC-361B-4C61-923D-9DDF35B01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902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480CA-6501-3882-DE1F-BF8F574EE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7E6DD-952E-55D1-86EE-0D553A61E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F0F448-3DAF-DAFA-2F49-B0649B67C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CE7245-B4CE-213B-6926-9738BFFF8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45CD0-9081-93EB-9E4B-C8029F9CEC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BC43A6-21AB-BA56-DE09-74B045CA4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E1A8-DEC8-4306-9A73-44ED96BB9CD3}" type="datetimeFigureOut">
              <a:rPr lang="en-IN" smtClean="0"/>
              <a:t>27-06-2024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C64A85-BEF8-2ABE-6619-0F1A18799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57A2F-F0F1-077E-6CA1-5FF4871E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1DDCC-361B-4C61-923D-9DDF35B01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823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221C9-395B-5F1D-FCB5-7A683BEA9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84A6ED-E79A-0B41-6925-5BC4CFFE3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E1A8-DEC8-4306-9A73-44ED96BB9CD3}" type="datetimeFigureOut">
              <a:rPr lang="en-IN" smtClean="0"/>
              <a:t>27-06-2024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CAFED-812A-1A1B-A3A8-1583B5840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46151-EE46-6D68-CFE6-90DBCFC47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1DDCC-361B-4C61-923D-9DDF35B01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907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0871B4-954D-F35C-C417-D669165B0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E1A8-DEC8-4306-9A73-44ED96BB9CD3}" type="datetimeFigureOut">
              <a:rPr lang="en-IN" smtClean="0"/>
              <a:t>27-06-2024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4DDD61-6936-59D9-8331-C61DB3631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261EB-3DAD-5385-D92C-545F97897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1DDCC-361B-4C61-923D-9DDF35B01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730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D5CD-C8C1-9101-A65A-1EEA56DF0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B93F3-0649-FCB7-AD5C-DA65AEC72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78124-1ED9-F9C6-070F-5BDA17A5F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07EE9-8BF3-CCA4-63A8-E41993F66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E1A8-DEC8-4306-9A73-44ED96BB9CD3}" type="datetimeFigureOut">
              <a:rPr lang="en-IN" smtClean="0"/>
              <a:t>27-06-2024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10969-247E-A424-E6B2-3701B983E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27E98-AC1C-158A-C0AE-5853A689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1DDCC-361B-4C61-923D-9DDF35B01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939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E69F6-9AD2-6B9B-76FE-D22A2286B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A12CC5-09D1-CFEF-DDEF-CE45B6F7EA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01B10-0805-81D1-2DD9-8D8CAA31F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42100-E161-F061-DA40-15949B6B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E1A8-DEC8-4306-9A73-44ED96BB9CD3}" type="datetimeFigureOut">
              <a:rPr lang="en-IN" smtClean="0"/>
              <a:t>27-06-2024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631A9-BA5E-D5C1-24B8-AB22E8359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F84FA-FE07-895E-7DB9-AF4F359C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1DDCC-361B-4C61-923D-9DDF35B01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681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AD47F-7EAC-0970-1E11-4A711509F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064394-FA21-5A91-F1C1-EF6DB89C9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07237-9B5C-0004-DE01-99D9022DD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E1A8-DEC8-4306-9A73-44ED96BB9CD3}" type="datetimeFigureOut">
              <a:rPr lang="en-IN" smtClean="0"/>
              <a:t>27-06-2024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DBE2A-61DE-191F-EBEB-C24B1224E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24214-5623-DE58-37A4-B1DD35A2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1DDCC-361B-4C61-923D-9DDF35B01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57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6DE5FE-0819-4CA6-7FBC-09068E14E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9F30E8-637F-3F23-2ECF-66917DB92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0F5DD-1EEA-2D0B-2645-7FCFAD213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E1A8-DEC8-4306-9A73-44ED96BB9CD3}" type="datetimeFigureOut">
              <a:rPr lang="en-IN" smtClean="0"/>
              <a:t>27-06-2024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789B2-1B34-1155-7E1F-BA74D9B6B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17D4E-CA1A-2623-B4BA-A71DD66B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1DDCC-361B-4C61-923D-9DDF35B01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39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B8ED0-E93A-58B6-07B4-CC0BB8015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1E8DD-0777-5307-2E43-A04A37F27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8DFF6-B596-E454-628B-365599E90F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14E1A8-DEC8-4306-9A73-44ED96BB9CD3}" type="datetimeFigureOut">
              <a:rPr lang="en-IN" smtClean="0"/>
              <a:t>27-06-2024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B196B-D5C9-184B-20DA-EB7669AAD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C2604-D563-4D5F-1722-3F38D101E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C1DDCC-361B-4C61-923D-9DDF35B01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188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348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A6F7E"/>
            </a:gs>
            <a:gs pos="71878">
              <a:srgbClr val="4F4F4F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white and purple grid&#10;&#10;Description automatically generated">
            <a:extLst>
              <a:ext uri="{FF2B5EF4-FFF2-40B4-BE49-F238E27FC236}">
                <a16:creationId xmlns:a16="http://schemas.microsoft.com/office/drawing/2014/main" id="{3A723EC1-C19A-E391-AAC6-EB00D8BF86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262A3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8175D5-9F4E-F629-9BED-507F14158C38}"/>
              </a:ext>
            </a:extLst>
          </p:cNvPr>
          <p:cNvSpPr/>
          <p:nvPr/>
        </p:nvSpPr>
        <p:spPr>
          <a:xfrm>
            <a:off x="401968" y="355944"/>
            <a:ext cx="11436138" cy="540044"/>
          </a:xfrm>
          <a:prstGeom prst="roundRect">
            <a:avLst/>
          </a:prstGeom>
          <a:solidFill>
            <a:srgbClr val="262A3F"/>
          </a:solidFill>
          <a:ln>
            <a:gradFill flip="none" rotWithShape="1">
              <a:gsLst>
                <a:gs pos="0">
                  <a:srgbClr val="808592">
                    <a:alpha val="23000"/>
                  </a:srgb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spc="300" dirty="0">
                <a:gradFill>
                  <a:gsLst>
                    <a:gs pos="0">
                      <a:schemeClr val="bg1"/>
                    </a:gs>
                    <a:gs pos="45000">
                      <a:schemeClr val="accent1">
                        <a:lumMod val="30000"/>
                        <a:lumOff val="70000"/>
                      </a:schemeClr>
                    </a:gs>
                  </a:gsLst>
                  <a:lin ang="162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Nova" panose="020B0602020104020203" pitchFamily="34" charset="0"/>
              </a:rPr>
              <a:t>Employee Attrition Dashboard</a:t>
            </a:r>
            <a:endParaRPr lang="en-IN" sz="2800" spc="300" dirty="0">
              <a:gradFill>
                <a:gsLst>
                  <a:gs pos="0">
                    <a:schemeClr val="bg1"/>
                  </a:gs>
                  <a:gs pos="45000">
                    <a:schemeClr val="accent1">
                      <a:lumMod val="30000"/>
                      <a:lumOff val="70000"/>
                    </a:schemeClr>
                  </a:gs>
                </a:gsLst>
                <a:lin ang="162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Nova" panose="020B06020201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3E66C4-B5E6-3AEB-8A66-56A117CAC303}"/>
              </a:ext>
            </a:extLst>
          </p:cNvPr>
          <p:cNvSpPr/>
          <p:nvPr/>
        </p:nvSpPr>
        <p:spPr>
          <a:xfrm>
            <a:off x="392761" y="1098506"/>
            <a:ext cx="3403174" cy="3053003"/>
          </a:xfrm>
          <a:prstGeom prst="roundRect">
            <a:avLst>
              <a:gd name="adj" fmla="val 6978"/>
            </a:avLst>
          </a:prstGeom>
          <a:gradFill flip="none" rotWithShape="1">
            <a:gsLst>
              <a:gs pos="20000">
                <a:srgbClr val="808592">
                  <a:alpha val="23000"/>
                </a:srgbClr>
              </a:gs>
              <a:gs pos="67000">
                <a:schemeClr val="accent1">
                  <a:lumMod val="30000"/>
                  <a:lumOff val="70000"/>
                  <a:alpha val="27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0">
                  <a:srgbClr val="808592">
                    <a:alpha val="23000"/>
                  </a:srgb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</a:ln>
          <a:effectLst>
            <a:outerShdw blurRad="215900" dist="76200" dir="5700000" algn="t" rotWithShape="0">
              <a:srgbClr val="262A3F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8AE6C0-1692-10F3-87D1-31EFB3E67DC4}"/>
              </a:ext>
            </a:extLst>
          </p:cNvPr>
          <p:cNvSpPr/>
          <p:nvPr/>
        </p:nvSpPr>
        <p:spPr>
          <a:xfrm>
            <a:off x="3986180" y="1098506"/>
            <a:ext cx="3916627" cy="3053003"/>
          </a:xfrm>
          <a:prstGeom prst="roundRect">
            <a:avLst>
              <a:gd name="adj" fmla="val 7843"/>
            </a:avLst>
          </a:prstGeom>
          <a:solidFill>
            <a:srgbClr val="262A3F"/>
          </a:solidFill>
          <a:ln>
            <a:gradFill flip="none" rotWithShape="1">
              <a:gsLst>
                <a:gs pos="0">
                  <a:srgbClr val="808592">
                    <a:alpha val="23000"/>
                  </a:srgb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</a:ln>
          <a:effectLst>
            <a:outerShdw blurRad="215900" dist="76200" dir="5700000" algn="t" rotWithShape="0">
              <a:srgbClr val="262A3F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FE0A0F2-73F5-3CAF-5B4E-D0F0D5185128}"/>
              </a:ext>
            </a:extLst>
          </p:cNvPr>
          <p:cNvSpPr/>
          <p:nvPr/>
        </p:nvSpPr>
        <p:spPr>
          <a:xfrm>
            <a:off x="8149820" y="1083277"/>
            <a:ext cx="3688285" cy="1122830"/>
          </a:xfrm>
          <a:prstGeom prst="roundRect">
            <a:avLst/>
          </a:prstGeom>
          <a:solidFill>
            <a:srgbClr val="262A3F"/>
          </a:solidFill>
          <a:ln>
            <a:gradFill flip="none" rotWithShape="1">
              <a:gsLst>
                <a:gs pos="0">
                  <a:srgbClr val="808592">
                    <a:alpha val="23000"/>
                  </a:srgb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</a:ln>
          <a:effectLst>
            <a:outerShdw blurRad="215900" dist="76200" dir="5700000" algn="t" rotWithShape="0">
              <a:srgbClr val="262A3F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FBF88D3-DE45-CEFE-F68C-FBFB24E66C8A}"/>
              </a:ext>
            </a:extLst>
          </p:cNvPr>
          <p:cNvSpPr/>
          <p:nvPr/>
        </p:nvSpPr>
        <p:spPr>
          <a:xfrm>
            <a:off x="8149820" y="2393396"/>
            <a:ext cx="3688285" cy="1758113"/>
          </a:xfrm>
          <a:prstGeom prst="roundRect">
            <a:avLst>
              <a:gd name="adj" fmla="val 8970"/>
            </a:avLst>
          </a:prstGeom>
          <a:solidFill>
            <a:srgbClr val="262A3F"/>
          </a:solidFill>
          <a:ln>
            <a:gradFill flip="none" rotWithShape="1">
              <a:gsLst>
                <a:gs pos="0">
                  <a:srgbClr val="808592">
                    <a:alpha val="23000"/>
                  </a:srgb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</a:ln>
          <a:effectLst>
            <a:outerShdw blurRad="215900" dist="76200" dir="5700000" algn="t" rotWithShape="0">
              <a:srgbClr val="262A3F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B331CC-9CB9-591B-55D6-31F757EB3512}"/>
              </a:ext>
            </a:extLst>
          </p:cNvPr>
          <p:cNvSpPr/>
          <p:nvPr/>
        </p:nvSpPr>
        <p:spPr>
          <a:xfrm>
            <a:off x="401967" y="4338798"/>
            <a:ext cx="3393967" cy="2218855"/>
          </a:xfrm>
          <a:prstGeom prst="roundRect">
            <a:avLst>
              <a:gd name="adj" fmla="val 7301"/>
            </a:avLst>
          </a:prstGeom>
          <a:solidFill>
            <a:srgbClr val="262A3F"/>
          </a:solidFill>
          <a:ln>
            <a:gradFill flip="none" rotWithShape="1">
              <a:gsLst>
                <a:gs pos="0">
                  <a:srgbClr val="808592">
                    <a:alpha val="23000"/>
                  </a:srgb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</a:ln>
          <a:effectLst>
            <a:outerShdw blurRad="215900" dist="76200" dir="5700000" algn="t" rotWithShape="0">
              <a:srgbClr val="262A3F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3CC962A-2CEA-9320-2D97-E55903AA0DD3}"/>
              </a:ext>
            </a:extLst>
          </p:cNvPr>
          <p:cNvSpPr/>
          <p:nvPr/>
        </p:nvSpPr>
        <p:spPr>
          <a:xfrm>
            <a:off x="3986180" y="4338798"/>
            <a:ext cx="3916627" cy="2218856"/>
          </a:xfrm>
          <a:prstGeom prst="roundRect">
            <a:avLst>
              <a:gd name="adj" fmla="val 9780"/>
            </a:avLst>
          </a:prstGeom>
          <a:solidFill>
            <a:srgbClr val="262A3F"/>
          </a:solidFill>
          <a:ln>
            <a:gradFill flip="none" rotWithShape="1">
              <a:gsLst>
                <a:gs pos="0">
                  <a:srgbClr val="808592">
                    <a:alpha val="23000"/>
                  </a:srgb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</a:ln>
          <a:effectLst>
            <a:outerShdw blurRad="215900" dist="76200" dir="5700000" algn="t" rotWithShape="0">
              <a:srgbClr val="262A3F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124A0D1-E52E-D970-E8BC-2A910881229C}"/>
              </a:ext>
            </a:extLst>
          </p:cNvPr>
          <p:cNvSpPr/>
          <p:nvPr/>
        </p:nvSpPr>
        <p:spPr>
          <a:xfrm>
            <a:off x="8149820" y="4338798"/>
            <a:ext cx="3688285" cy="2218856"/>
          </a:xfrm>
          <a:prstGeom prst="roundRect">
            <a:avLst>
              <a:gd name="adj" fmla="val 7558"/>
            </a:avLst>
          </a:prstGeom>
          <a:solidFill>
            <a:srgbClr val="262A3F"/>
          </a:solidFill>
          <a:ln>
            <a:gradFill flip="none" rotWithShape="1">
              <a:gsLst>
                <a:gs pos="0">
                  <a:srgbClr val="808592">
                    <a:alpha val="23000"/>
                  </a:srgb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</a:ln>
          <a:effectLst>
            <a:outerShdw blurRad="215900" dist="76200" dir="5700000" algn="t" rotWithShape="0">
              <a:srgbClr val="262A3F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A558E63-BCA2-3916-F27E-FCB6DD60277B}"/>
              </a:ext>
            </a:extLst>
          </p:cNvPr>
          <p:cNvSpPr/>
          <p:nvPr/>
        </p:nvSpPr>
        <p:spPr>
          <a:xfrm>
            <a:off x="8149820" y="4338797"/>
            <a:ext cx="3688285" cy="2218856"/>
          </a:xfrm>
          <a:prstGeom prst="roundRect">
            <a:avLst>
              <a:gd name="adj" fmla="val 7558"/>
            </a:avLst>
          </a:prstGeom>
          <a:solidFill>
            <a:srgbClr val="262A3F"/>
          </a:solidFill>
          <a:ln>
            <a:gradFill flip="none" rotWithShape="1">
              <a:gsLst>
                <a:gs pos="0">
                  <a:srgbClr val="808592">
                    <a:alpha val="23000"/>
                  </a:srgb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</a:ln>
          <a:effectLst>
            <a:outerShdw blurRad="215900" dist="76200" dir="5700000" algn="t" rotWithShape="0">
              <a:srgbClr val="262A3F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Graphic 16" descr="Refresh with solid fill">
            <a:extLst>
              <a:ext uri="{FF2B5EF4-FFF2-40B4-BE49-F238E27FC236}">
                <a16:creationId xmlns:a16="http://schemas.microsoft.com/office/drawing/2014/main" id="{C941D032-0321-AED1-DD34-FCEC78520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5359" y="483626"/>
            <a:ext cx="284680" cy="284680"/>
          </a:xfrm>
          <a:prstGeom prst="rect">
            <a:avLst/>
          </a:prstGeom>
        </p:spPr>
      </p:pic>
      <p:pic>
        <p:nvPicPr>
          <p:cNvPr id="20" name="Graphic 19" descr="Office worker male outline">
            <a:extLst>
              <a:ext uri="{FF2B5EF4-FFF2-40B4-BE49-F238E27FC236}">
                <a16:creationId xmlns:a16="http://schemas.microsoft.com/office/drawing/2014/main" id="{19760BB3-F683-D346-04B9-5D2E041464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1967" y="1190020"/>
            <a:ext cx="590550" cy="59055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AD0E8DA1-D029-EDD8-591C-A04149020A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4626" y="2476228"/>
            <a:ext cx="519734" cy="519734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E6B06B87-4CEB-B86C-33DF-362E1D1329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23589" y="2819685"/>
            <a:ext cx="352555" cy="352555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E6DF27A2-8667-3C02-7CDE-82A87BFBD7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77484" y="2819685"/>
            <a:ext cx="352555" cy="352555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99A328B7-DAE3-2E71-134C-6556056327E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20286" y="5977139"/>
            <a:ext cx="580514" cy="58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396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A5AADEE-3BB6-CFF3-4B0D-47833A605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5725"/>
            <a:ext cx="11622881" cy="7479506"/>
          </a:xfrm>
          <a:prstGeom prst="rect">
            <a:avLst/>
          </a:prstGeom>
          <a:solidFill>
            <a:srgbClr val="EB853E"/>
          </a:solidFill>
        </p:spPr>
      </p:pic>
    </p:spTree>
    <p:extLst>
      <p:ext uri="{BB962C8B-B14F-4D97-AF65-F5344CB8AC3E}">
        <p14:creationId xmlns:p14="http://schemas.microsoft.com/office/powerpoint/2010/main" val="2840002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3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Gill Sans Nova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Aniket Jayant</dc:creator>
  <cp:lastModifiedBy>Aniket Jayant</cp:lastModifiedBy>
  <cp:revision>1</cp:revision>
  <dcterms:created xsi:type="dcterms:W3CDTF">2024-06-27T07:33:09Z</dcterms:created>
  <dcterms:modified xsi:type="dcterms:W3CDTF">2024-06-27T09:53:34Z</dcterms:modified>
</cp:coreProperties>
</file>